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04C37-4C69-4560-8CF5-D80B8059CDCC}" v="1" dt="2025-11-16T11:46:37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8" autoAdjust="0"/>
    <p:restoredTop sz="96765" autoAdjust="0"/>
  </p:normalViewPr>
  <p:slideViewPr>
    <p:cSldViewPr snapToGrid="0">
      <p:cViewPr varScale="1">
        <p:scale>
          <a:sx n="120" d="100"/>
          <a:sy n="120" d="100"/>
        </p:scale>
        <p:origin x="41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is YiJun" userId="4b3e3e62671a3263" providerId="LiveId" clId="{C4D3496C-EB9A-46BB-9531-42E669AD36B0}"/>
    <pc:docChg chg="addSld modSld">
      <pc:chgData name="Iris YiJun" userId="4b3e3e62671a3263" providerId="LiveId" clId="{C4D3496C-EB9A-46BB-9531-42E669AD36B0}" dt="2025-11-17T22:15:18.668" v="14" actId="12788"/>
      <pc:docMkLst>
        <pc:docMk/>
      </pc:docMkLst>
      <pc:sldChg chg="delSp modSp mod">
        <pc:chgData name="Iris YiJun" userId="4b3e3e62671a3263" providerId="LiveId" clId="{C4D3496C-EB9A-46BB-9531-42E669AD36B0}" dt="2025-11-16T11:46:40.773" v="4" actId="1037"/>
        <pc:sldMkLst>
          <pc:docMk/>
          <pc:sldMk cId="2321414964" sldId="257"/>
        </pc:sldMkLst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2" creationId="{057FD8A7-992F-1144-7C26-0B315BA0085D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3" creationId="{4FE7CEA1-D231-28FA-88DE-F33B95A85B6C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5" creationId="{BE23E5D9-3AF3-F52A-6A91-9964ED5262AC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6" creationId="{65091150-D5E1-5FAC-5BF8-F24FB8711EC9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7" creationId="{A928D97C-CBE9-8A5D-53E9-E4897BE36D2F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8" creationId="{42E2A4E3-92F2-8BCA-898E-6E1A26EB78E4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10" creationId="{08F616CE-B05E-A7A0-B3FA-A7CAFE4A6E30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32" creationId="{E07994BF-5732-5EF0-F677-EB6571790731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34" creationId="{ED2B8724-CC2A-F4FD-73A5-BA58A6D1980D}"/>
          </ac:spMkLst>
        </pc:spChg>
        <pc:spChg chg="mod topLvl">
          <ac:chgData name="Iris YiJun" userId="4b3e3e62671a3263" providerId="LiveId" clId="{C4D3496C-EB9A-46BB-9531-42E669AD36B0}" dt="2025-11-16T11:46:37.613" v="0" actId="165"/>
          <ac:spMkLst>
            <pc:docMk/>
            <pc:sldMk cId="2321414964" sldId="257"/>
            <ac:spMk id="40" creationId="{71055BAD-2FEF-50AD-C0B9-CD86C3450C02}"/>
          </ac:spMkLst>
        </pc:spChg>
        <pc:cxnChg chg="mod">
          <ac:chgData name="Iris YiJun" userId="4b3e3e62671a3263" providerId="LiveId" clId="{C4D3496C-EB9A-46BB-9531-42E669AD36B0}" dt="2025-11-16T11:46:40.773" v="4" actId="1037"/>
          <ac:cxnSpMkLst>
            <pc:docMk/>
            <pc:sldMk cId="2321414964" sldId="257"/>
            <ac:cxnSpMk id="35" creationId="{FA47DC4C-65B9-E2DA-AB14-84FCB99D6072}"/>
          </ac:cxnSpMkLst>
        </pc:cxnChg>
      </pc:sldChg>
      <pc:sldChg chg="addSp modSp new mod">
        <pc:chgData name="Iris YiJun" userId="4b3e3e62671a3263" providerId="LiveId" clId="{C4D3496C-EB9A-46BB-9531-42E669AD36B0}" dt="2025-11-17T22:15:18.668" v="14" actId="12788"/>
        <pc:sldMkLst>
          <pc:docMk/>
          <pc:sldMk cId="1781927036" sldId="258"/>
        </pc:sldMkLst>
        <pc:picChg chg="add mod">
          <ac:chgData name="Iris YiJun" userId="4b3e3e62671a3263" providerId="LiveId" clId="{C4D3496C-EB9A-46BB-9531-42E669AD36B0}" dt="2025-11-17T22:15:18.668" v="14" actId="12788"/>
          <ac:picMkLst>
            <pc:docMk/>
            <pc:sldMk cId="1781927036" sldId="258"/>
            <ac:picMk id="3" creationId="{5967FDEB-C252-0DC7-6020-D427BEA5038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9C6E-1316-3CCA-8F9F-11FDEC1C8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E4463-80AC-754D-B0F8-9B8DF6B93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51892-A98C-57F8-D263-7837187F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72465-A3A2-17E0-1ADF-6F25E981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79517-5430-02E4-8D4F-A17963CD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006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DD26-47A1-0DC8-7CF7-D0D25356B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AA0B6-07FF-0173-A1FD-2A7E09A14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135E2-9DAF-5D9C-2337-71D83B47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A743E-94CF-1421-08C8-1835AA4A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AA7FC-23BD-7A83-E22D-923204A4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3859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E727-133D-FC06-BD2F-FF5AF3D1C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40063-7CF9-98B2-5D91-38A8BBEE0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856E5-6338-4DA2-7725-8EAA1F442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306C1-8A0A-F0C2-FECF-66F262F3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98E9F-5CDF-A9BD-4B3E-50D8C672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65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F202D-7BDF-2CDC-0879-FB6652EB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1AC4C-D7A6-30A6-C947-C4A0CDB6E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1DB85-F026-4CBC-796B-8252A665A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D15A1-EB75-3850-EBAA-652492B6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79020-B326-CF17-F651-2D781F0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C7283-2A8A-A80F-67E3-5DA8CEA9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913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2DC75-F723-D46E-F358-625C0F1E1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52DE8-7033-5FD2-E1BB-1D37E9EE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B7A8C-D566-BB4E-0195-2D3C18764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B8A04-F258-268D-AB07-C95FF6BB7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76E90-A1B1-013A-CA25-3CC4AFB30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D2BF61-5963-339F-F15F-3128E420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4AE81-0089-213A-D50A-1C1DC08A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7AE15-056E-F408-18D9-C5D8A86C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1004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5399-103E-DF74-1215-D5A3E0DA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6560DA-98F8-C374-93C3-8767A350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AE815-D7F4-0402-B52C-E7768357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BDE6D-20BD-A7DA-A657-ED40F688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7349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02B8B5-25BC-16E2-F1B5-5939E29F6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5CDD5A-66B3-3BDE-2813-0FA7668FB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A6CE8-E535-D3CB-F642-90F13079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694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5E4D-38FD-C929-A074-9DFC43B9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A7E96-35D9-78A3-01DC-85A59E24D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5F0BC-326F-2F06-C805-BE56DE451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A8E74-CA19-A930-DDF7-5BC5FFB38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ACEDA-94D2-7F1D-EE61-C4F986D5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E074F-A7F4-8BDD-0C51-C94E3549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3105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B0F4-DBA4-8145-17E6-446A382E8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674157-71E9-FDFC-9880-808C3B64E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99E81-BEBE-B0A6-247A-AF8ADAA93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2FD77-F6D7-65DD-7909-D6DFDEB0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E6B3D-85C9-E79C-26D6-3815CAE3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216A7-B449-8EF7-AD5B-9559B691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027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4C3A3-2820-0FBE-44AE-515428C12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3B4E0-2E88-29A7-1148-7EAF5988C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5EBD9-161F-EAA3-70DF-48E6CDB3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6279C-EBE9-01F4-6575-F4266E3C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C4ACF-E3F3-AA74-30EC-2CE812DFC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71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F522B-DECE-22AF-146E-ACB2350FE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71DC7-6DEC-B2B4-D750-09D74217F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6BCA3-CBB4-71E7-1358-AB3E5AEE0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99EF4-FB7C-AC2A-115B-08ED8BFC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B0CE4-2ED9-AA24-78E0-0604C13B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9096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3E935-96E8-1C51-3C0C-1577BD894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0B15C-A023-1B4F-0F01-E7C3D373B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4D11-365E-96C5-6E6B-1F7EA5D93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459B8-E6CC-4D42-B27F-A904A2CA39EC}" type="datetimeFigureOut">
              <a:rPr lang="en-SG" smtClean="0"/>
              <a:t>17/11/2025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202F2-186D-5C51-66D7-82644973F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51468-06DA-AA6E-1AD0-8BA090249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784BC-5158-4155-A897-68E1FE82D3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390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7FD8A7-992F-1144-7C26-0B315BA0085D}"/>
              </a:ext>
            </a:extLst>
          </p:cNvPr>
          <p:cNvSpPr txBox="1"/>
          <p:nvPr/>
        </p:nvSpPr>
        <p:spPr>
          <a:xfrm>
            <a:off x="7829189" y="1679832"/>
            <a:ext cx="18947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[File Server]</a:t>
            </a:r>
          </a:p>
          <a:p>
            <a:r>
              <a:rPr lang="en-SG" dirty="0"/>
              <a:t>File Management</a:t>
            </a:r>
          </a:p>
          <a:p>
            <a:r>
              <a:rPr lang="en-SG" dirty="0"/>
              <a:t>File Storage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7CEA1-D231-28FA-88DE-F33B95A85B6C}"/>
              </a:ext>
            </a:extLst>
          </p:cNvPr>
          <p:cNvSpPr txBox="1"/>
          <p:nvPr/>
        </p:nvSpPr>
        <p:spPr>
          <a:xfrm>
            <a:off x="2152334" y="1679832"/>
            <a:ext cx="20472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[Coordinator]</a:t>
            </a:r>
          </a:p>
          <a:p>
            <a:r>
              <a:rPr lang="en-SG" dirty="0"/>
              <a:t>Task Dispatcher</a:t>
            </a:r>
          </a:p>
          <a:p>
            <a:r>
              <a:rPr lang="en-SG" dirty="0"/>
              <a:t>Snapshot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C825B-3AC6-16DA-DECA-2C4F43CAB516}"/>
              </a:ext>
            </a:extLst>
          </p:cNvPr>
          <p:cNvSpPr txBox="1"/>
          <p:nvPr/>
        </p:nvSpPr>
        <p:spPr>
          <a:xfrm>
            <a:off x="585910" y="4519345"/>
            <a:ext cx="1197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[Worker 1]</a:t>
            </a:r>
          </a:p>
          <a:p>
            <a:r>
              <a:rPr lang="en-SG" dirty="0"/>
              <a:t>ONE task </a:t>
            </a:r>
          </a:p>
          <a:p>
            <a:r>
              <a:rPr lang="en-SG" dirty="0"/>
              <a:t>at a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3E5D9-3AF3-F52A-6A91-9964ED5262AC}"/>
              </a:ext>
            </a:extLst>
          </p:cNvPr>
          <p:cNvSpPr txBox="1"/>
          <p:nvPr/>
        </p:nvSpPr>
        <p:spPr>
          <a:xfrm>
            <a:off x="2870417" y="4519345"/>
            <a:ext cx="1197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[Worker 2]</a:t>
            </a:r>
          </a:p>
          <a:p>
            <a:r>
              <a:rPr lang="en-SG" dirty="0"/>
              <a:t>ONE task </a:t>
            </a:r>
          </a:p>
          <a:p>
            <a:r>
              <a:rPr lang="en-SG" dirty="0"/>
              <a:t>at a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91150-D5E1-5FAC-5BF8-F24FB8711EC9}"/>
              </a:ext>
            </a:extLst>
          </p:cNvPr>
          <p:cNvSpPr txBox="1"/>
          <p:nvPr/>
        </p:nvSpPr>
        <p:spPr>
          <a:xfrm>
            <a:off x="5154924" y="4519345"/>
            <a:ext cx="1197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[Worker 3]</a:t>
            </a:r>
          </a:p>
          <a:p>
            <a:r>
              <a:rPr lang="en-SG" dirty="0"/>
              <a:t>ONE task </a:t>
            </a:r>
          </a:p>
          <a:p>
            <a:r>
              <a:rPr lang="en-SG" dirty="0"/>
              <a:t>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8D97C-CBE9-8A5D-53E9-E4897BE36D2F}"/>
              </a:ext>
            </a:extLst>
          </p:cNvPr>
          <p:cNvSpPr txBox="1"/>
          <p:nvPr/>
        </p:nvSpPr>
        <p:spPr>
          <a:xfrm>
            <a:off x="7439431" y="4519345"/>
            <a:ext cx="1197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[Worker 4]</a:t>
            </a:r>
          </a:p>
          <a:p>
            <a:r>
              <a:rPr lang="en-SG" dirty="0"/>
              <a:t>ONE task </a:t>
            </a:r>
          </a:p>
          <a:p>
            <a:r>
              <a:rPr lang="en-SG" dirty="0"/>
              <a:t>at a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E2A4E3-92F2-8BCA-898E-6E1A26EB78E4}"/>
              </a:ext>
            </a:extLst>
          </p:cNvPr>
          <p:cNvSpPr txBox="1"/>
          <p:nvPr/>
        </p:nvSpPr>
        <p:spPr>
          <a:xfrm>
            <a:off x="10368315" y="4519345"/>
            <a:ext cx="12377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[Worker N]</a:t>
            </a:r>
          </a:p>
          <a:p>
            <a:r>
              <a:rPr lang="en-SG" dirty="0"/>
              <a:t>ONE task </a:t>
            </a:r>
          </a:p>
          <a:p>
            <a:r>
              <a:rPr lang="en-SG" dirty="0"/>
              <a:t>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616CE-B05E-A7A0-B3FA-A7CAFE4A6E30}"/>
              </a:ext>
            </a:extLst>
          </p:cNvPr>
          <p:cNvSpPr txBox="1"/>
          <p:nvPr/>
        </p:nvSpPr>
        <p:spPr>
          <a:xfrm>
            <a:off x="9723938" y="479634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…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9350-88B2-7494-596D-4C9E2C0D3162}"/>
              </a:ext>
            </a:extLst>
          </p:cNvPr>
          <p:cNvCxnSpPr/>
          <p:nvPr/>
        </p:nvCxnSpPr>
        <p:spPr>
          <a:xfrm>
            <a:off x="1063783" y="3951111"/>
            <a:ext cx="98326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39C1B5-D381-1967-BC9F-18A4FF272BAC}"/>
              </a:ext>
            </a:extLst>
          </p:cNvPr>
          <p:cNvCxnSpPr>
            <a:cxnSpLocks/>
          </p:cNvCxnSpPr>
          <p:nvPr/>
        </p:nvCxnSpPr>
        <p:spPr>
          <a:xfrm>
            <a:off x="1069428" y="3952524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1E060D-B1D2-7876-25A7-62E46A54CE76}"/>
              </a:ext>
            </a:extLst>
          </p:cNvPr>
          <p:cNvCxnSpPr>
            <a:cxnSpLocks/>
          </p:cNvCxnSpPr>
          <p:nvPr/>
        </p:nvCxnSpPr>
        <p:spPr>
          <a:xfrm>
            <a:off x="10890686" y="3952524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C676BE-8CF7-2043-F82D-E8A6442FA4F5}"/>
              </a:ext>
            </a:extLst>
          </p:cNvPr>
          <p:cNvCxnSpPr>
            <a:cxnSpLocks/>
          </p:cNvCxnSpPr>
          <p:nvPr/>
        </p:nvCxnSpPr>
        <p:spPr>
          <a:xfrm>
            <a:off x="7955575" y="3952524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FE176C-6A5A-0545-BD1D-5BFF626C5807}"/>
              </a:ext>
            </a:extLst>
          </p:cNvPr>
          <p:cNvCxnSpPr>
            <a:cxnSpLocks/>
          </p:cNvCxnSpPr>
          <p:nvPr/>
        </p:nvCxnSpPr>
        <p:spPr>
          <a:xfrm>
            <a:off x="5754242" y="3952524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9DFC48-4673-6437-1406-0026B9B4E5B5}"/>
              </a:ext>
            </a:extLst>
          </p:cNvPr>
          <p:cNvCxnSpPr>
            <a:cxnSpLocks/>
          </p:cNvCxnSpPr>
          <p:nvPr/>
        </p:nvCxnSpPr>
        <p:spPr>
          <a:xfrm>
            <a:off x="3469267" y="3952524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26456D-23AC-5251-CA16-1EDE1951517D}"/>
              </a:ext>
            </a:extLst>
          </p:cNvPr>
          <p:cNvCxnSpPr>
            <a:cxnSpLocks/>
          </p:cNvCxnSpPr>
          <p:nvPr/>
        </p:nvCxnSpPr>
        <p:spPr>
          <a:xfrm>
            <a:off x="1063783" y="4224556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F976DF-B4AB-CC50-0E3F-DD30E39CA149}"/>
              </a:ext>
            </a:extLst>
          </p:cNvPr>
          <p:cNvCxnSpPr>
            <a:cxnSpLocks/>
          </p:cNvCxnSpPr>
          <p:nvPr/>
        </p:nvCxnSpPr>
        <p:spPr>
          <a:xfrm>
            <a:off x="10890686" y="4224556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67DC71D-2E43-A1F0-DF8A-72437B033DA8}"/>
              </a:ext>
            </a:extLst>
          </p:cNvPr>
          <p:cNvCxnSpPr>
            <a:cxnSpLocks/>
          </p:cNvCxnSpPr>
          <p:nvPr/>
        </p:nvCxnSpPr>
        <p:spPr>
          <a:xfrm>
            <a:off x="3469256" y="4224556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4EDCE54-04D0-BABA-DD67-D6678ACB8D13}"/>
              </a:ext>
            </a:extLst>
          </p:cNvPr>
          <p:cNvCxnSpPr>
            <a:cxnSpLocks/>
          </p:cNvCxnSpPr>
          <p:nvPr/>
        </p:nvCxnSpPr>
        <p:spPr>
          <a:xfrm>
            <a:off x="5753774" y="4224556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6369354-64CB-2A63-21A3-6FDBCC7939CA}"/>
              </a:ext>
            </a:extLst>
          </p:cNvPr>
          <p:cNvCxnSpPr>
            <a:cxnSpLocks/>
          </p:cNvCxnSpPr>
          <p:nvPr/>
        </p:nvCxnSpPr>
        <p:spPr>
          <a:xfrm>
            <a:off x="7955575" y="4224556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DB5EFC5-01BB-FA1D-840A-4C3160B90548}"/>
              </a:ext>
            </a:extLst>
          </p:cNvPr>
          <p:cNvCxnSpPr>
            <a:cxnSpLocks/>
          </p:cNvCxnSpPr>
          <p:nvPr/>
        </p:nvCxnSpPr>
        <p:spPr>
          <a:xfrm>
            <a:off x="2634123" y="2603162"/>
            <a:ext cx="0" cy="104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07994BF-5732-5EF0-F677-EB6571790731}"/>
              </a:ext>
            </a:extLst>
          </p:cNvPr>
          <p:cNvSpPr txBox="1"/>
          <p:nvPr/>
        </p:nvSpPr>
        <p:spPr>
          <a:xfrm>
            <a:off x="9297046" y="3269969"/>
            <a:ext cx="199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Upload result files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4BE50C-3DF6-7426-6E8C-37B89157A024}"/>
              </a:ext>
            </a:extLst>
          </p:cNvPr>
          <p:cNvCxnSpPr>
            <a:cxnSpLocks/>
          </p:cNvCxnSpPr>
          <p:nvPr/>
        </p:nvCxnSpPr>
        <p:spPr>
          <a:xfrm rot="5400000" flipV="1">
            <a:off x="5753774" y="1259497"/>
            <a:ext cx="0" cy="176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D2B8724-CC2A-F4FD-73A5-BA58A6D1980D}"/>
              </a:ext>
            </a:extLst>
          </p:cNvPr>
          <p:cNvSpPr txBox="1"/>
          <p:nvPr/>
        </p:nvSpPr>
        <p:spPr>
          <a:xfrm>
            <a:off x="4480028" y="1777638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Upload global snapshot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A47DC4C-65B9-E2DA-AB14-84FCB99D6072}"/>
              </a:ext>
            </a:extLst>
          </p:cNvPr>
          <p:cNvCxnSpPr>
            <a:cxnSpLocks/>
          </p:cNvCxnSpPr>
          <p:nvPr/>
        </p:nvCxnSpPr>
        <p:spPr>
          <a:xfrm>
            <a:off x="7704436" y="336463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B20A94-12CF-733B-1D83-CFDC81CDDA91}"/>
              </a:ext>
            </a:extLst>
          </p:cNvPr>
          <p:cNvCxnSpPr>
            <a:cxnSpLocks/>
          </p:cNvCxnSpPr>
          <p:nvPr/>
        </p:nvCxnSpPr>
        <p:spPr>
          <a:xfrm flipV="1">
            <a:off x="9144082" y="336463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B885000-F1DB-3126-3105-553DF07A1EDF}"/>
              </a:ext>
            </a:extLst>
          </p:cNvPr>
          <p:cNvCxnSpPr>
            <a:cxnSpLocks/>
          </p:cNvCxnSpPr>
          <p:nvPr/>
        </p:nvCxnSpPr>
        <p:spPr>
          <a:xfrm>
            <a:off x="8357590" y="2603162"/>
            <a:ext cx="0" cy="50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1055BAD-2FEF-50AD-C0B9-CD86C3450C02}"/>
              </a:ext>
            </a:extLst>
          </p:cNvPr>
          <p:cNvSpPr txBox="1"/>
          <p:nvPr/>
        </p:nvSpPr>
        <p:spPr>
          <a:xfrm>
            <a:off x="5240300" y="3269969"/>
            <a:ext cx="2224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Download input files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03424CA-0F3D-E4DC-6AB0-533B0A7186EC}"/>
              </a:ext>
            </a:extLst>
          </p:cNvPr>
          <p:cNvCxnSpPr/>
          <p:nvPr/>
        </p:nvCxnSpPr>
        <p:spPr>
          <a:xfrm>
            <a:off x="7704082" y="3105458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07A5BC7-DF19-9D6E-70B3-E7DADA467A24}"/>
              </a:ext>
            </a:extLst>
          </p:cNvPr>
          <p:cNvCxnSpPr>
            <a:cxnSpLocks/>
          </p:cNvCxnSpPr>
          <p:nvPr/>
        </p:nvCxnSpPr>
        <p:spPr>
          <a:xfrm>
            <a:off x="7704947" y="3112750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730604B-F041-42F8-6E25-3CC0664BEB76}"/>
              </a:ext>
            </a:extLst>
          </p:cNvPr>
          <p:cNvCxnSpPr>
            <a:cxnSpLocks/>
          </p:cNvCxnSpPr>
          <p:nvPr/>
        </p:nvCxnSpPr>
        <p:spPr>
          <a:xfrm>
            <a:off x="9144082" y="3112750"/>
            <a:ext cx="0" cy="1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414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7FDEB-C252-0DC7-6020-D427BEA50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48" y="99000"/>
            <a:ext cx="10677504" cy="6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92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70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Iris YiJun</dc:creator>
  <cp:lastModifiedBy>Iris YiJun</cp:lastModifiedBy>
  <cp:revision>1</cp:revision>
  <dcterms:created xsi:type="dcterms:W3CDTF">2025-11-16T11:21:53Z</dcterms:created>
  <dcterms:modified xsi:type="dcterms:W3CDTF">2025-11-17T22:15:22Z</dcterms:modified>
</cp:coreProperties>
</file>